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00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000000"/>
                </a:solidFill>
              </a:rPr>
              <a:t>📤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Log Uploader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DTLU — Upload any log file directly into Grail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3337560"/>
            <a:ext cx="5486400" cy="36576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Francesco Gelo  |  Lead SE - Log, Dynatrace  |  v1.0.0  | 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64186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733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20990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UI log ingest tool exists in Dynatrace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32866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0601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207858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forwarders (Fluent Bit, OTel, ..) require infrastructure setup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01546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7469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294726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requires tokens, endpoints, and curl/script knowledge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70226"/>
            <a:ext cx="8229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84337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381594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Engineers need to quickly load sample/customer logs for demo, POV, ..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Dynatrace App — no infrastructure, no tokens, no CLI.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743200" cy="54864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7099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file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(.log, .txt, .out)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= one log record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600200"/>
            <a:ext cx="2743200" cy="54864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69080" y="17099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support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Auto-maps columns 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Grail attributes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60020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1600200"/>
            <a:ext cx="2743200" cy="54864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95160" y="17099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auth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needed — uses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Dynatrace login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2743200" cy="54864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43000" y="3264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records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3794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log.type and custom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to all records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315468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83280" y="3154680"/>
            <a:ext cx="2743200" cy="54864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044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069080" y="3264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0440" y="3794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 in Log Viewer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seconds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154680"/>
            <a:ext cx="274320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09360" y="3154680"/>
            <a:ext cx="2743200" cy="54864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4652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95160" y="3264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3794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instructions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sample files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375" y="1463040"/>
            <a:ext cx="17373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375" y="1463040"/>
            <a:ext cx="173736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46815" y="1572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15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App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(DTLU)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84175" y="1828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AF4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24255" y="1463040"/>
            <a:ext cx="173736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24255" y="1463040"/>
            <a:ext cx="1737360" cy="54864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15695" y="1572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logsClient.storeLog()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15695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SDK — session auth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needed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53055" y="1828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AF4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184575" y="1463040"/>
            <a:ext cx="17373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84575" y="1463040"/>
            <a:ext cx="173736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76015" y="1572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Ingest API v2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76015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/api/v2/logs/ingest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nr.live.dynatrace.com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13375" y="1828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AF4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196255" y="1463040"/>
            <a:ext cx="1737360" cy="1280160"/>
          </a:xfrm>
          <a:prstGeom prst="rect">
            <a:avLst/>
          </a:prstGeom>
          <a:solidFill>
            <a:srgbClr val="14532D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96255" y="1463040"/>
            <a:ext cx="1737360" cy="54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87695" y="1572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87695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Viewer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 queries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App uses @dynatrace-sdk/client-classic-environment-v2 logsClient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7764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Authentication via the user's existing Dynatrace browser session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1239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Records batched at 1000 per call — supports large files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4714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Ingested data appears in Log Viewer within seconds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Options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— File Type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Generic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mode. Each line = one log record.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= full line text.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= ingestion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54864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CSV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→ structured Grail attributes.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row → content field.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specify timestamp column by name or number.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— Attribute Enrichment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023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log.type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log.type field to all records.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value: logsample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filtering: filter log.type == "logsample"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383280"/>
            <a:ext cx="4023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Custom Attribute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3840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key=value pair to all records.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environment = demo-eu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customer-specific filtering.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Setup — 3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0508" y="1097280"/>
            <a:ext cx="28346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7668" y="1188720"/>
            <a:ext cx="502920" cy="502920"/>
          </a:xfrm>
          <a:prstGeom prst="ellipse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766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2028" y="12070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IAM Policy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7668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myaccount.dynatrace.com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7668" y="2103120"/>
            <a:ext cx="25603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9108" y="2148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storage:logs:write;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storage:buckets:read;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7668" y="3474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management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Policy management → Create policy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8028" y="1097280"/>
            <a:ext cx="28346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5188" y="1188720"/>
            <a:ext cx="502920" cy="502920"/>
          </a:xfrm>
          <a:prstGeom prst="ellipse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518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89548" y="12070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Group &amp; Bind Policy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5188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myaccount.dynatrace.com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5188" y="2103120"/>
            <a:ext cx="25603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6628" y="2148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Group: log-uploader-users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Permission: log-uploader-write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 &lt;your environment&gt;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5188" y="3474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management → Create group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 Permission → select policy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5548" y="1097280"/>
            <a:ext cx="28346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12708" y="1188720"/>
            <a:ext cx="502920" cy="502920"/>
          </a:xfrm>
          <a:prstGeom prst="ellipse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1270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7068" y="12070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to Group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12708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myaccount.dynatrace.com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12708" y="2103120"/>
            <a:ext cx="25603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4148" y="2148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your-email@dynatrace.com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Group: log-uploader-users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12708" y="3474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→ find 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to group → save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9108" y="4613148"/>
            <a:ext cx="8229600" cy="320040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0548" y="463143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setup: open the app, the upload button is enabled — no token or endpoint needed.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64008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POCs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load customer or synthetic log files into a demo environment for real-time DQL queries and Log Viewer demos.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114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114800" cy="64008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6928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Splunk/Elastic Migration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exported Splunk log samples to show equivalent DQL queries — no forwarder needed for demos.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114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0" cy="64008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8016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Injection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794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synthetic CDR, Diameter, SMSC or application log samples for OpenPipeline rule testing.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017520"/>
            <a:ext cx="4114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4114800" cy="64008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669280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Analysis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83480" y="3794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historical log </a:t>
            </a: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for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analysis in Grail notebooks.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After Upload — DQL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service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93192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logs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filter service.name == "order-service"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sort timestamp desc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206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070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severity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600200"/>
            <a:ext cx="393192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logs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filter severity == "ERROR"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fields timestamp, severity,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service.name, content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206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172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 search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393192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logs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filter contains(content, "timeout")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sort timestamp desc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063240"/>
            <a:ext cx="4206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31729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log.type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3566160"/>
            <a:ext cx="393192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361188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logs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filter log.type == "logsample"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summarize count(), by: {severity}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140768"/>
            <a:ext cx="41148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0768"/>
            <a:ext cx="41148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59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ZIP Upload  ⭐ Recommended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08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Download dtlu.zip from GitHub Releases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648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 Dynatrace: Hub → Manage → Upload 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5489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Upload the zip file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32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Open the app → Instructions tab → IAM setup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472488"/>
            <a:ext cx="37490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545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CLI, no Node.js, no credentials required.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ZIP file upload in any environment.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0768"/>
            <a:ext cx="41148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140768"/>
            <a:ext cx="4114800" cy="64008"/>
          </a:xfrm>
          <a:prstGeom prst="rect">
            <a:avLst/>
          </a:prstGeom>
          <a:solidFill>
            <a:srgbClr val="1A6AF4"/>
          </a:solidFill>
          <a:ln w="12700">
            <a:solidFill>
              <a:srgbClr val="1A6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259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Build from Source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780848"/>
            <a:ext cx="374904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844856"/>
            <a:ext cx="3566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dt-app@latest create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--environment-url https://ENV.apps.dynatrace.com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dtlu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dtlu-source/ui/* ./ui/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dt-app deploy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Node.js 24 LTS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9593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dt-app CLI via npm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43068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source on GitHub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789</Words>
  <Application>Microsoft Macintosh PowerPoint</Application>
  <PresentationFormat>On-screen Show (16:9)</PresentationFormat>
  <Paragraphs>161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Dynatrace Log Uploader</dc:title>
  <dc:subject>PptxGenJS Presentation</dc:subject>
  <dc:creator>Francesco Gelo</dc:creator>
  <cp:lastModifiedBy>Gelo, Francesco</cp:lastModifiedBy>
  <cp:revision>8</cp:revision>
  <dcterms:created xsi:type="dcterms:W3CDTF">2026-03-30T17:23:01Z</dcterms:created>
  <dcterms:modified xsi:type="dcterms:W3CDTF">2026-03-30T17:37:14Z</dcterms:modified>
</cp:coreProperties>
</file>